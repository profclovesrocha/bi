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6949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</a:rPr>
              <a:t>SAD Alfabetizando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</a:rPr>
              <a:t>com AlegrIA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713232" y="25877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EAF6"/>
                </a:solidFill>
              </a:rPr>
              <a:t>Business Intelligence para apoio à decisão no ambiente hospitalar infantil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" y="32186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F3D0"/>
                </a:solidFill>
              </a:rPr>
              <a:t>Data Warehouse   •   OLAP   •   Dashboard   •   LGPD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3524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35240" y="19019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0F2FE"/>
                </a:solidFill>
              </a:rPr>
              <a:t>Crianças hospitalizadas podem perder a continuidade escolar durante a internação.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3524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Solução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35240" y="345643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0F2FE"/>
                </a:solidFill>
              </a:rPr>
              <a:t>Um SAD de BI para transformar dados educacionais e hospitalares em indicadores para gestores.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60533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Samuel Marinho Pereira Roberto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AV2 • Business Intelligence • SAD Alfabetizando com AlegrIA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75720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Data Warehouse e Esquema Estrela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Modelo multidimensional para organizar indicadores do projeto e permitir análises por diferentes perspectivas.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736592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</a:rPr>
              <a:t>Tabela Fato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60520" y="1783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Fato_Acompanhamento_Pedagógico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03320" y="2148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Tempo de IA • % de acertos • continuidade escolar • evolução pedagógica • engajamento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74920" y="29718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Dim_Tempo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74920" y="32918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Ano → mês → dia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Dim_Paciente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Código anônimo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32520" y="2011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Dim_Hospital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732520" y="2331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Hospital → ala → leito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Dim_Atividade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Leitura, escrita, jogos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732520" y="42976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Dim_Tecnologia_IA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32520" y="46177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Chatbot, jogos, leitura assistida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80360" y="52578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Dim_Profissional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80360" y="55778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Professor ou mediador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78040" y="52578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Dim_Sentimento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78040" y="55778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Positivo, neutro, negativo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6099048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 esquema estrela facilita consultas OLAP, como filtrar por mês, hospital, ala, paciente anonimizado e tipo de atividade.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65196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AV2 • Business Intelligence • SAD Alfabetizando com AlegrIA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475720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Dashboard, OLAP e Análise de Sentimento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Protótipo de BI para acompanhar aprendizagem, engajamento e aceitação do projeto.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</a:rPr>
              <a:t>120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pacientes acompanhados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06040" y="1234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72%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606040" y="16276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média de acertos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26280" y="1234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81%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26280" y="16276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continuidade escolar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46520" y="1234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</a:rPr>
              <a:t>76%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46520" y="16276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alfabetização digital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366760" y="1234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64 min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66760" y="16276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tempo médio IA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104120" y="1234440"/>
            <a:ext cx="1325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65%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104120" y="162763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sentimento positivo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2423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Indicadores do dashboard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77240" y="29077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33272" y="290779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Nível de engajamento por paciente ou faixa etária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33467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33272" y="3346704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Evolução pedagógica por tipo de atividade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" y="37856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33272" y="378561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Tempo de uso da IA por ala hospitalar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7240" y="42245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33272" y="422452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Sentimento das famílias: positivo, neutro ou negativo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0" y="2423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Análises OLAP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92240" y="29077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48272" y="2907792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Slice: visualizar apenas um mês ou hospital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92240" y="33467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48272" y="3346704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Dice: combinar filtros de hospital + idade + engajamento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92240" y="37856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48272" y="3785616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Drill-down: hospital → ala → leito → paciente anonimizado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92240" y="42245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48272" y="4224528"/>
            <a:ext cx="4389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What-if: simular aumento do tempo de IA no aprendizado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14400" y="5349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766E"/>
                </a:solidFill>
              </a:rPr>
              <a:t>A análise de sentimento transforma feedback das famílias em indicador gerencial para melhorar a experiência do projeto.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02920" y="65196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AV2 • Business Intelligence • SAD Alfabetizando com AlegrIA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475720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</a:rPr>
              <a:t>LGPD, Benefícios e Conclusão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4124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Como envolve crianças hospitalizadas, a proteção de dados é requisito essencial.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LGPD e privacidade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33272" y="178308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Dados anonimizados: PAC_001, PAC_002...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2219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222199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Sem nome, CPF, endereço ou prontuário exposto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26609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33272" y="266090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Acesso restrito por perfil de usuário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30998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33272" y="309981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Consentimento dos responsáveis legais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35387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3272" y="353872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Uso educacional, gerencial e estatístico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0" y="1234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Benefícios do SAD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492240" y="178308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48272" y="1783080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Identifica crianças com baixo engajamento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222199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48272" y="2221992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Mostra atividades com melhor resultado pedagógico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2240" y="266090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48272" y="2660904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Acompanha a continuidade escolar na internação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92240" y="30998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48272" y="3099816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Apoia decisões de gestores, professores e mediadores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92240" y="353872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766E"/>
                </a:solidFill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48272" y="3538728"/>
            <a:ext cx="4754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</a:rPr>
              <a:t>Humaniza o cuidado com apoio da tecnologia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5800" y="4800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</a:rPr>
              <a:t>Conclusão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2514600" y="4791456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 projeto usa Business Intelligence para transformar dados educacionais e hospitalares em decisões que fortalecem a alfabetização de crianças hospitalizadas.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51967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AV2 • Business Intelligence • SAD Alfabetizando com AlegrIA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475720" y="6501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SAD Alfabetizando com AlegrIA</dc:title>
  <dc:subject>PptxGenJS Presentation</dc:subject>
  <dc:creator>Samuel Marinho Pereira Roberto</dc:creator>
  <cp:lastModifiedBy>Samuel Marinho Pereira Roberto</cp:lastModifiedBy>
  <cp:revision>1</cp:revision>
  <dcterms:created xsi:type="dcterms:W3CDTF">2026-06-10T21:18:10Z</dcterms:created>
  <dcterms:modified xsi:type="dcterms:W3CDTF">2026-06-10T21:18:10Z</dcterms:modified>
</cp:coreProperties>
</file>